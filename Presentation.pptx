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useoModerno Medium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40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65250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College Event Registration, Volunteer Allocation &amp; Participation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4979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secure, scalable platform with real-time analytics — transforming how colleges plan, coordinate, and evaluate campus events.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762896"/>
            <a:ext cx="1853431" cy="215354"/>
          </a:xfrm>
          <a:prstGeom prst="roundRect">
            <a:avLst>
              <a:gd name="adj" fmla="val 7900"/>
            </a:avLst>
          </a:prstGeom>
          <a:solidFill>
            <a:srgbClr val="DBE8F0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805386"/>
            <a:ext cx="214052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YEAR ENGINEERING PROJECT</a:t>
            </a:r>
            <a:endParaRPr lang="en-US" sz="8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8B2EE-798C-F7B9-22FF-B341E767341E}"/>
              </a:ext>
            </a:extLst>
          </p:cNvPr>
          <p:cNvSpPr txBox="1"/>
          <p:nvPr/>
        </p:nvSpPr>
        <p:spPr>
          <a:xfrm>
            <a:off x="496119" y="4180210"/>
            <a:ext cx="1726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VISAKA MANIKANTA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324129512062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0142"/>
            <a:ext cx="885081" cy="198462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4477" y="459284"/>
            <a:ext cx="1185565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66750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Why Traditional Event Management Falls Short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19907"/>
            <a:ext cx="5187032" cy="29392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6703" y="1376288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Current Pain Points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6703" y="1700882"/>
            <a:ext cx="2645866" cy="2980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Manual registration: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Paper forms and spreadsheets create errors, duplicates, and data loss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Inefficient volunteer allocation: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 structured matching of skills, availability, and event needs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Poor attendance tracking: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 real-time visibility into participation or no-shows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Fragmented coordination: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Organisers lack a centralised view of schedules and responsibilities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 actionable insights:</a:t>
            </a: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Historical data is inaccessible, preventing continuous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93353"/>
            <a:ext cx="121555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035844"/>
            <a:ext cx="150264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OBJECTIVES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6541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What This System Sets Out to Achieve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920999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2062758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Automate Registration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369269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 manual entry with a digital, error-free registration process for students and volunteers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920999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4784601" y="2062758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Optimise Volunteer Allocation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4601" y="2369269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Intelligently match volunteers to events based on skills, availability, and role requirements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106415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637877" y="3248174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Monitor Attendance in Real Time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877" y="3554685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participation live with digital check-in and automated status updates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106415"/>
            <a:ext cx="4005039" cy="1043657"/>
          </a:xfrm>
          <a:prstGeom prst="roundRect">
            <a:avLst>
              <a:gd name="adj" fmla="val 2038"/>
            </a:avLst>
          </a:prstGeom>
          <a:solidFill>
            <a:srgbClr val="F3EEE3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3248174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Deliver Actionable Insights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4601" y="3554685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administrators with live dashboards and reports for data-driven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43210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81542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SOLUTION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 Centralised Platform for Modern Campus Events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469505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Proposed System Overview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2615654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unified web platform automating the full event lifecycle — from creation and registration to volunteer assignment, attendance tracking, and analytics.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96119" y="2817614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Intuitive interfaces for students, volunteers, and administrators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confirmations and real-time notifications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access control and secure data management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 architecture for growing event volumes</a:t>
            </a:r>
            <a:endParaRPr lang="en-US" sz="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792287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1164506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 &amp; WORKFLOW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System Architecture &amp; End-to-End Workflow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0" y="786185"/>
            <a:ext cx="7877845" cy="41837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3349" y="4003102"/>
            <a:ext cx="1834132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External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3349" y="4297582"/>
            <a:ext cx="2983521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gateway and SMS notifications.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339182" y="3114567"/>
            <a:ext cx="1834132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39182" y="3409047"/>
            <a:ext cx="2983521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database and file storage.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73968" y="2022239"/>
            <a:ext cx="1834132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73968" y="2316719"/>
            <a:ext cx="2983521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Event, Registration, Allocation, Attendance, Analytics.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922" y="1035884"/>
            <a:ext cx="1834132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922" y="1330364"/>
            <a:ext cx="2983521" cy="13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Student, Volunteer portals, Admin dashboard.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6119" y="500970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platform follows a three-tier architecture separating presentation, application, and data layers — ensuring modularity, security, and scalability across all user roles.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60028"/>
            <a:ext cx="76460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102519"/>
            <a:ext cx="10516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ROLES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320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Who Uses the System — and How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87674"/>
            <a:ext cx="1507480" cy="931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09651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Students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40302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events, register, receive confirmations, and track personal participation history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987674"/>
            <a:ext cx="1507480" cy="931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309651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Volunteers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340302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for roles, view assigned responsibilities, check in on event day, and log hours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987674"/>
            <a:ext cx="1507480" cy="931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309651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Administrators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340302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events, assign volunteers, monitor attendance, and access real-time performance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64418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836637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MODULES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System Functions in Detail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88481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Intelligent Volunteer Allocation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634630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allocation engine matches volunteers to events by evaluating skills, prior experience, availability, and event-specific requirements — reducing manual effort and improving role fit.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840162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Notifications &amp; Confirmations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3232" y="2986311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email and in-app alerts keep all stakeholders informed at every stage — from registration confirmation to event reminders and post-event summaries.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1353071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86234"/>
            <a:ext cx="164016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ANALYTICS &amp; REPORTING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Real-Time Analytics &amp; Live Dashboards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What Administrators Can Monitor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Registration trends across events and time periods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Attendance rates and no-show patterns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Volunteer utilisation and role coverage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Event-wise participation breakdowns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Historical comparisons and engagement scores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468142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DBE8F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673673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631109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dashboards update in real time, enabling on-the-spot decisions during live events.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7434"/>
            <a:ext cx="1362968" cy="208583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8495" y="468585"/>
            <a:ext cx="1655415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 &amp; SECURITY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9223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Built on a Modern, Secure Technology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450851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1815033"/>
            <a:ext cx="1887662" cy="1309167"/>
          </a:xfrm>
          <a:prstGeom prst="roundRect">
            <a:avLst>
              <a:gd name="adj" fmla="val 1574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463" y="1971377"/>
            <a:ext cx="15749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2463" y="2318891"/>
            <a:ext cx="1574974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React.js / Angular — responsive, mobile-friendly UI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6758" y="1815033"/>
            <a:ext cx="1887736" cy="1309167"/>
          </a:xfrm>
          <a:prstGeom prst="roundRect">
            <a:avLst>
              <a:gd name="adj" fmla="val 1574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3102" y="1971377"/>
            <a:ext cx="15750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73102" y="2318891"/>
            <a:ext cx="157504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 / Spring Boot — RESTful API architecture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19" y="3257178"/>
            <a:ext cx="1887662" cy="1309167"/>
          </a:xfrm>
          <a:prstGeom prst="roundRect">
            <a:avLst>
              <a:gd name="adj" fmla="val 1574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463" y="3413522"/>
            <a:ext cx="15749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2463" y="3761036"/>
            <a:ext cx="1574974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/ PostgreSQL — relational data with full indexing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6758" y="3257178"/>
            <a:ext cx="1887736" cy="1309167"/>
          </a:xfrm>
          <a:prstGeom prst="roundRect">
            <a:avLst>
              <a:gd name="adj" fmla="val 1574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3102" y="3413522"/>
            <a:ext cx="15750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DevOps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73102" y="3761036"/>
            <a:ext cx="157504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Docker, CI/CD pipelines, cloud-ready deployment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44269" y="1450851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Security &amp; Privacy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44269" y="1798365"/>
            <a:ext cx="3908375" cy="126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access control (RBAC) across all user tiers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Encrypted data in transit (TLS) and at rest (AES-256)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Input validation and sanitisation to prevent injection attacks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Session management with secure token-based authentication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GDPR-aligned data handling and audit logging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5563"/>
            <a:ext cx="1308125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98053"/>
            <a:ext cx="159521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OUTCOMES &amp;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276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Expected Impact &amp; the Path Forward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2496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Key Benefits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8818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 to </a:t>
            </a: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70% reduction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manual administrative effort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Near-zero registration errors through automated validation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volunteer satisfaction via intelligent role matching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visibility into event performance for all stakeholders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 to support hundreds of concurrent events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52496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Future Enhancements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1912962"/>
            <a:ext cx="212601" cy="2126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0398" y="1905893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Mobile application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offline check-in capability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2628826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0398" y="262175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AI-driven recommendations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event suggestions and volunteer matching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3365971"/>
            <a:ext cx="212601" cy="2126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0398" y="3358902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Integration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university SIS and calendar systems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832" y="4081835"/>
            <a:ext cx="212601" cy="2126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0398" y="4074765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Predictive analytics</a:t>
            </a: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attendance forecasting and capacity planning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677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Arial</vt:lpstr>
      <vt:lpstr>Source Sans 3</vt:lpstr>
      <vt:lpstr>Source Sans 3 Bold</vt:lpstr>
      <vt:lpstr>MuseoModerno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 ADABALA</dc:creator>
  <cp:lastModifiedBy>PAVAN ADABALA</cp:lastModifiedBy>
  <cp:revision>4</cp:revision>
  <dcterms:created xsi:type="dcterms:W3CDTF">2026-07-28T04:54:41Z</dcterms:created>
  <dcterms:modified xsi:type="dcterms:W3CDTF">2026-08-06T06:05:45Z</dcterms:modified>
</cp:coreProperties>
</file>